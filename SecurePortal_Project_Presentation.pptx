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SecurePortal: The Future of Behavioral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Hardening Identity with Machine Learning &amp; Biometrics</a:t>
            </a:r>
          </a:p>
          <a:p/>
          <a:p>
            <a:r>
              <a:t>Production Ready v2.0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0B981"/>
                </a:solidFill>
                <a:latin typeface="Helvetica"/>
              </a:defRPr>
            </a:pPr>
            <a:r>
              <a:t>The Modern Security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Stolen Credentials are the #1 Attack Vector</a:t>
            </a:r>
          </a:p>
          <a:p>
            <a:r>
              <a:t>• Passwords can be phished, guessed, or bought.</a:t>
            </a:r>
          </a:p>
          <a:p>
            <a:r>
              <a:t>• Traditional MFA can be bypassed (Session Hijacking).</a:t>
            </a:r>
          </a:p>
          <a:p>
            <a:r>
              <a:t>• Bots can simulate human logins with high precision.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0B981"/>
                </a:solidFill>
                <a:latin typeface="Helvetica"/>
              </a:defRPr>
            </a:pPr>
            <a:r>
              <a:t>The Behavioral Biometric Shield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Identity = Behavioral Patterns</a:t>
            </a:r>
          </a:p>
          <a:p>
            <a:r>
              <a:t>• We track Keystroke Dynamics (CPM) and Mouse Movement Slopes.</a:t>
            </a:r>
          </a:p>
          <a:p>
            <a:r>
              <a:t>• Real-time Machine Learning (Z-Score) Anomaly Detection.</a:t>
            </a:r>
          </a:p>
          <a:p>
            <a:r>
              <a:t>• Seamless security that doesn't hinder the user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0B981"/>
                </a:solidFill>
                <a:latin typeface="Helvetica"/>
              </a:defRPr>
            </a:pPr>
            <a:r>
              <a:t>Emerald Nocturne UI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 that looks as strong as it feels.</a:t>
            </a:r>
          </a:p>
          <a:p>
            <a:r>
              <a:t>• Dark Mode (Forest Black) for reduced eye strain and better focus.</a:t>
            </a:r>
          </a:p>
          <a:p>
            <a:r>
              <a:t>• Vibrant Emerald accents for high-visibility security feedback.</a:t>
            </a:r>
          </a:p>
          <a:p>
            <a:r>
              <a:t>• Sleek, modern typography and glassmorphism elements.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0B981"/>
                </a:solidFill>
                <a:latin typeface="Helvetica"/>
              </a:defRPr>
            </a:pPr>
            <a:r>
              <a:t>Layered Defensive Protcols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6 &amp; 7: Action &amp; Mitigation</a:t>
            </a:r>
          </a:p>
          <a:p>
            <a:r>
              <a:t>• Multi-Factor Authentication (OTP): Triggered for Mid-Risk anomalies.</a:t>
            </a:r>
          </a:p>
          <a:p>
            <a:r>
              <a:t>• 24-Hour Account Lockout: Mandatory cool-down for High-Risk attacks.</a:t>
            </a:r>
          </a:p>
          <a:p>
            <a:r>
              <a:t>• Session Suspension: Immediate kick-out for abnormal active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0B981"/>
                </a:solidFill>
                <a:latin typeface="Helvetica"/>
              </a:defRPr>
            </a:pPr>
            <a:r>
              <a:t>Forensic Security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Professional Reporting</a:t>
            </a:r>
          </a:p>
          <a:p>
            <a:r>
              <a:t>• Automated high-fidelity PDF Forensic Reports.</a:t>
            </a:r>
          </a:p>
          <a:p>
            <a:r>
              <a:t>• Detailed breakdown: IP, Geo-Location, and Device Fingerprints.</a:t>
            </a:r>
          </a:p>
          <a:p>
            <a:r>
              <a:t>• Clear remediation instructions for affected users.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0B981"/>
                </a:solidFill>
                <a:latin typeface="Helvetica"/>
              </a:defRPr>
            </a:pPr>
            <a:r>
              <a:t>Scalable Cloud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Production Ready Infrastructure</a:t>
            </a:r>
          </a:p>
          <a:p>
            <a:r>
              <a:t>• Decoupled Architecture: Smart Security API + Lightweight Portal.</a:t>
            </a:r>
          </a:p>
          <a:p>
            <a:r>
              <a:t>• Persistent Intelligence: Historical tracking and user profiling.</a:t>
            </a:r>
          </a:p>
          <a:p>
            <a:r>
              <a:t>• Dockerized &amp; Cloud Ready: Deployable to AWS/Enterprise environments.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0B981"/>
                </a:solidFill>
                <a:latin typeface="Helvetica"/>
              </a:defRPr>
            </a:pPr>
            <a:r>
              <a:t>Project Completion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100% Robust &amp; Hardened</a:t>
            </a:r>
          </a:p>
          <a:p>
            <a:r>
              <a:t>• Multi-service synchronization complete.</a:t>
            </a:r>
          </a:p>
          <a:p>
            <a:r>
              <a:t>• Biometric accuracy verified against bot simulations.</a:t>
            </a:r>
          </a:p>
          <a:p>
            <a:r>
              <a:t>• Forensic loop (Audit -&gt; Alert -&gt; Act) fully operational.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0B981"/>
                </a:solidFill>
                <a:latin typeface="Helvetica"/>
              </a:defRPr>
            </a:pPr>
            <a:r>
              <a:t>Questions &amp;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SecurePortal Development Team</a:t>
            </a:r>
          </a:p>
          <a:p>
            <a:r>
              <a:t>Thank you for joining the behavioral security revolution.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